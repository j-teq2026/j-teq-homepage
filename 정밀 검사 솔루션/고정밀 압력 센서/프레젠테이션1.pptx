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4" d="100"/>
          <a:sy n="54" d="100"/>
        </p:scale>
        <p:origin x="26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C637F-FA7F-483E-8BA2-98AD938E40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750F4-E276-4696-AAD1-74A53AB4E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503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C637F-FA7F-483E-8BA2-98AD938E40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750F4-E276-4696-AAD1-74A53AB4E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02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C637F-FA7F-483E-8BA2-98AD938E40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750F4-E276-4696-AAD1-74A53AB4E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86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C637F-FA7F-483E-8BA2-98AD938E40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750F4-E276-4696-AAD1-74A53AB4E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296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C637F-FA7F-483E-8BA2-98AD938E40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750F4-E276-4696-AAD1-74A53AB4E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793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C637F-FA7F-483E-8BA2-98AD938E40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750F4-E276-4696-AAD1-74A53AB4E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47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C637F-FA7F-483E-8BA2-98AD938E40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750F4-E276-4696-AAD1-74A53AB4E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290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C637F-FA7F-483E-8BA2-98AD938E40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750F4-E276-4696-AAD1-74A53AB4E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92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C637F-FA7F-483E-8BA2-98AD938E40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750F4-E276-4696-AAD1-74A53AB4E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69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C637F-FA7F-483E-8BA2-98AD938E40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750F4-E276-4696-AAD1-74A53AB4E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513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C637F-FA7F-483E-8BA2-98AD938E40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750F4-E276-4696-AAD1-74A53AB4E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37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BC637F-FA7F-483E-8BA2-98AD938E40E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750F4-E276-4696-AAD1-74A53AB4E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568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443F09E-ACB4-B9BF-D7D0-4B5EA051B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88231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377D8AC-81A0-17D6-859F-80414B364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99982"/>
            <a:ext cx="6858000" cy="292666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5FE365D-92AE-E265-AF49-EE94D7BC4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26644"/>
            <a:ext cx="6858000" cy="202066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1A0CEAD-6C6B-C0E0-856E-C76F45375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547304"/>
            <a:ext cx="6858000" cy="35869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3C28BE7-3D18-E940-A319-E02D217070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2316"/>
            <a:ext cx="68580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04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44CFC0C-E997-6996-6B94-F1B59BE36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23684"/>
            <a:ext cx="6858000" cy="88231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A48A9D8-6AE9-FF2A-6553-C288BA690260}"/>
              </a:ext>
            </a:extLst>
          </p:cNvPr>
          <p:cNvSpPr/>
          <p:nvPr/>
        </p:nvSpPr>
        <p:spPr>
          <a:xfrm>
            <a:off x="0" y="0"/>
            <a:ext cx="6857999" cy="134753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F99D867-29D9-90F4-353D-0D1CA2804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503953"/>
            <a:ext cx="6858000" cy="38231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B84A6A1-B31D-5710-8DFC-1F9ADA69E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88677"/>
            <a:ext cx="6858000" cy="352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860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0</Words>
  <Application>Microsoft Office PowerPoint</Application>
  <PresentationFormat>A4 용지(210x297mm)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세형 정</dc:creator>
  <cp:lastModifiedBy>세형 정</cp:lastModifiedBy>
  <cp:revision>4</cp:revision>
  <dcterms:created xsi:type="dcterms:W3CDTF">2026-06-02T02:01:26Z</dcterms:created>
  <dcterms:modified xsi:type="dcterms:W3CDTF">2026-06-11T07:55:25Z</dcterms:modified>
</cp:coreProperties>
</file>